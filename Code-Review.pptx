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2" r:id="rId5"/>
    <p:sldId id="258" r:id="rId6"/>
    <p:sldId id="259" r:id="rId7"/>
    <p:sldId id="261" r:id="rId8"/>
    <p:sldId id="263" r:id="rId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7486B-1DE3-7E5D-FB19-B9F28D525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1AA26-7E36-5ADB-CED2-16BE691F0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31C85-7495-209D-5A10-2B7E0B40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A87DB-9C8A-28D6-36A9-02806C00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48B41-5CF4-ECA4-911A-A959F831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1766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FD44-3956-EA24-F2EC-8A938FB8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5924-E146-2B2B-D695-589981FEA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5DE38-B97C-E830-1328-FB741856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366E-D339-F3BE-0C31-E4EA7D50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AE7A7-6EC4-78B8-AAF4-BCEEA446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9594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C21F-9BBD-8E32-C463-F55863F58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BCABD-EA9F-B405-DD1F-5C372A589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02C99-684F-A81F-EF98-DFAAB2A0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BEBBC-78B8-0330-F708-FCE71CBC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B33B2-54A1-60FE-6017-08CEF336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0856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469B-445A-87FA-0A57-4DEF8AEE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5D7D3-F4A2-F4D3-031E-C8BCB08DD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CEF26-BC34-3D9C-D0D3-CE822C8A1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20DF7-A35B-580D-CEFD-BECB8C96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A70EA-26A1-D0A6-C9DB-A20F9928B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60D4C-28D0-2936-CE5D-218F7273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84959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B39-C1E7-2096-C008-4A663D00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BBC75-4A7F-BEE0-0132-C47D3EE40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E0FFB-AEA2-464D-2DBB-03CD5A8D0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C7DA-EF9A-8EED-9ED6-FC808B7E1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00583-5F87-A552-D08C-9539C99FC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F9898-35AE-E2BE-1D42-880EF3C1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08DF4-1329-C505-7663-B8C9BC544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16DE2-7EF2-2F68-D0EA-89AF8D28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6501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3938E-08C4-5B26-9EE5-29BD2763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AFE63-8F37-F27A-E6B2-1810669E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D12AE-5FF1-F661-5DD1-AE343EC1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989A8-AC4B-C519-F767-387D8F01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75262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43472-38E3-6967-70BB-6F9E77CB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03453-EC89-FBB1-FC6B-F0A01AEF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EA648-504A-CFBB-1BE7-155E1C14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9235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145A-0494-4054-1FE4-6BCA4EDE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3D52E-7144-2042-04F4-D411071B6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91CEA-5BC3-7753-FAC9-121061431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FFB6C-03C4-10C9-57BA-4CEE6B5D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091C8-8D1A-A6E9-2106-09392E455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ABD27-645F-9FD3-3BFF-70428E4E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9274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E051-EB06-5683-2BA2-F18803FB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8C6EB-05D4-22AA-5BCA-86DE60CA4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E85A9-D824-F35A-0FC2-40CA465D8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5085E-78F7-6839-469F-34F08012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C4D03-116C-715D-0D94-10056F95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5A9DC-3F43-8C00-0FCD-DBEBA991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3469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13B0-A7EA-FD90-4916-95A28345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64D63-F3C1-81C7-17C4-212BBA4B9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77CC6-D10B-972D-6466-62D1C1DB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8C9B4-8E85-7805-85DC-C4810EE7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56D2F-81E1-10B9-D7D4-78AA1E25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1425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9B3E8-91A9-E155-BF49-AD5B626FE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5B0D6-7DF7-5578-B4D1-D4E3BFF87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12618-A73C-5B88-9943-19ACBBA1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AF25-029A-35DA-4B98-BE6069BC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547CA-C166-4220-9A14-FCA61024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2313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F4CEA-3669-748C-751D-E9393120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6DD8-0001-6326-A38F-E44BF1BA8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C2E5E-C32D-4851-E6F5-0BEF3D2B0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BD931-B625-824C-953E-DED9B695E2CF}" type="datetimeFigureOut">
              <a:rPr lang="en-KR" smtClean="0"/>
              <a:t>11/12/25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1B7D7-28EA-9C73-09ED-0AE5ADF70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A51E1-12FD-3AE5-3632-D846751F0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1B7BF-31BD-9649-A3E8-CEEFBC13114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5508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3718-1D7C-E845-5211-F5E514636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Code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639C0-7382-1C54-6646-47855E365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3645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B9DD-0BE3-9CFE-9EB2-75CC8566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Dataset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A35312-73A4-F5D0-853F-9C25F2071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4611"/>
            <a:ext cx="5232400" cy="4000500"/>
          </a:xfrm>
        </p:spPr>
      </p:pic>
    </p:spTree>
    <p:extLst>
      <p:ext uri="{BB962C8B-B14F-4D97-AF65-F5344CB8AC3E}">
        <p14:creationId xmlns:p14="http://schemas.microsoft.com/office/powerpoint/2010/main" val="1895598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A6A4-F315-3181-47B0-73BCA613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Our goal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D620C25-7F46-5FEB-831B-BE8637966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5299"/>
            <a:ext cx="8562424" cy="2869695"/>
          </a:xfrm>
        </p:spPr>
      </p:pic>
      <p:pic>
        <p:nvPicPr>
          <p:cNvPr id="7" name="Picture 6" descr="A math equation with a chair and a symbol&#10;&#10;AI-generated content may be incorrect.">
            <a:extLst>
              <a:ext uri="{FF2B5EF4-FFF2-40B4-BE49-F238E27FC236}">
                <a16:creationId xmlns:a16="http://schemas.microsoft.com/office/drawing/2014/main" id="{0CB6AED2-CB04-A5F8-CC65-36AF3B556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268" y="5098191"/>
            <a:ext cx="6155551" cy="119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13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0BD0-12FA-25AA-2F74-0E97D5B2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Task</a:t>
            </a:r>
            <a:r>
              <a:rPr lang="ko-KR" altLang="en-US" dirty="0"/>
              <a:t> </a:t>
            </a:r>
            <a:r>
              <a:rPr lang="en-US" altLang="ko-KR" dirty="0"/>
              <a:t>(Temporary)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26B10-6B10-5D05-A711-64D7FA05A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지난</a:t>
            </a:r>
            <a:r>
              <a:rPr lang="ko-KR" altLang="en-US" dirty="0"/>
              <a:t> </a:t>
            </a:r>
            <a:r>
              <a:rPr lang="en-KR" dirty="0"/>
              <a:t>10일간의</a:t>
            </a:r>
            <a:r>
              <a:rPr lang="ko-KR" altLang="en-US" dirty="0"/>
              <a:t> 주가 데이터 주어짐</a:t>
            </a:r>
            <a:endParaRPr lang="en-US" altLang="ko-KR" dirty="0"/>
          </a:p>
          <a:p>
            <a:r>
              <a:rPr lang="en-KR" dirty="0"/>
              <a:t>다음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일간의 주가가 </a:t>
            </a:r>
            <a:r>
              <a:rPr lang="ko-KR" altLang="en-US" dirty="0" err="1"/>
              <a:t>오를시</a:t>
            </a:r>
            <a:r>
              <a:rPr lang="ko-KR" altLang="en-US" dirty="0"/>
              <a:t> 구매</a:t>
            </a:r>
            <a:endParaRPr lang="en-US" altLang="ko-KR" dirty="0"/>
          </a:p>
          <a:p>
            <a:r>
              <a:rPr lang="ko-KR" altLang="en-US" dirty="0"/>
              <a:t>오르지 </a:t>
            </a:r>
            <a:r>
              <a:rPr lang="ko-KR" altLang="en-US" dirty="0" err="1"/>
              <a:t>않을시</a:t>
            </a:r>
            <a:r>
              <a:rPr lang="ko-KR" altLang="en-US" dirty="0"/>
              <a:t> 판매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09312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283E-3078-2DD9-C9A4-4BAB4722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KR" dirty="0"/>
              <a:t>odules/dataset.py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3573BE7-7122-47DB-3621-947B22DE3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99275"/>
            <a:ext cx="5949939" cy="147182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039765-DFA9-B964-E28D-4E0813AE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79689"/>
            <a:ext cx="75946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3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31BE-F342-5AA4-3D03-F5385E82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modules/agent.py</a:t>
            </a:r>
          </a:p>
        </p:txBody>
      </p:sp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DC99D3B6-29D7-9016-F381-5703B06B3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35" y="1948762"/>
            <a:ext cx="5293135" cy="1721194"/>
          </a:xfrm>
          <a:prstGeom prst="rect">
            <a:avLst/>
          </a:prstGeom>
        </p:spPr>
      </p:pic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EBE501B6-6442-52B6-0EA1-A3996A671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9455"/>
            <a:ext cx="5098870" cy="2319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3EEF2F-F0A4-FAA5-E3A5-59F238922D2C}"/>
              </a:ext>
            </a:extLst>
          </p:cNvPr>
          <p:cNvSpPr txBox="1"/>
          <p:nvPr/>
        </p:nvSpPr>
        <p:spPr>
          <a:xfrm>
            <a:off x="643935" y="4349578"/>
            <a:ext cx="1680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input_size = 10</a:t>
            </a:r>
          </a:p>
          <a:p>
            <a:r>
              <a:rPr lang="en-KR" dirty="0"/>
              <a:t>output_size = 2</a:t>
            </a:r>
          </a:p>
        </p:txBody>
      </p:sp>
      <p:pic>
        <p:nvPicPr>
          <p:cNvPr id="12" name="Picture 11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A3011FCD-4724-28DF-F174-EC2A1498A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070" y="4554356"/>
            <a:ext cx="3705627" cy="172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3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4B136-789B-097B-CC50-4FC9A8C1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How to find the optimal q-function</a:t>
            </a:r>
          </a:p>
        </p:txBody>
      </p:sp>
      <p:pic>
        <p:nvPicPr>
          <p:cNvPr id="9" name="Content Placeholder 8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D146C176-41A8-0891-BF06-717F733FA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4057"/>
            <a:ext cx="5128189" cy="3318240"/>
          </a:xfrm>
        </p:spPr>
      </p:pic>
      <p:pic>
        <p:nvPicPr>
          <p:cNvPr id="13" name="Picture 12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CE66E97F-F607-D5E7-AD90-8D5769339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794" y="5575666"/>
            <a:ext cx="4445000" cy="584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951DFF-8318-346F-3245-F94DACE19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613" y="2100821"/>
            <a:ext cx="52324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0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AAF5-841B-D0B0-CF9C-C374497B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modules/trainer.py</a:t>
            </a:r>
          </a:p>
        </p:txBody>
      </p:sp>
      <p:pic>
        <p:nvPicPr>
          <p:cNvPr id="9" name="Content Placeholder 8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F51B977F-6184-8890-83E0-7960C9840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576" y="1656303"/>
            <a:ext cx="7800556" cy="1804466"/>
          </a:xfrm>
        </p:spPr>
      </p:pic>
      <p:pic>
        <p:nvPicPr>
          <p:cNvPr id="11" name="Picture 10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3058774C-CBF9-D186-8BA6-F2F341C5C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76" y="4751947"/>
            <a:ext cx="4182148" cy="1580463"/>
          </a:xfrm>
          <a:prstGeom prst="rect">
            <a:avLst/>
          </a:prstGeom>
        </p:spPr>
      </p:pic>
      <p:pic>
        <p:nvPicPr>
          <p:cNvPr id="13" name="Picture 12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A979A9AF-022E-9046-A780-7B4AEDD87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303" y="3594325"/>
            <a:ext cx="2565400" cy="88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0854CD-A88F-AC83-8436-A441D60CA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76" y="3764184"/>
            <a:ext cx="3061183" cy="40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4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56</Words>
  <Application>Microsoft Macintosh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Code Review</vt:lpstr>
      <vt:lpstr>Dataset</vt:lpstr>
      <vt:lpstr>Our goal</vt:lpstr>
      <vt:lpstr>Task (Temporary)</vt:lpstr>
      <vt:lpstr>modules/dataset.py</vt:lpstr>
      <vt:lpstr>modules/agent.py</vt:lpstr>
      <vt:lpstr>How to find the optimal q-function</vt:lpstr>
      <vt:lpstr>modules/trainer.py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이은준</dc:creator>
  <cp:lastModifiedBy>이은준</cp:lastModifiedBy>
  <cp:revision>20</cp:revision>
  <dcterms:created xsi:type="dcterms:W3CDTF">2025-11-12T12:58:59Z</dcterms:created>
  <dcterms:modified xsi:type="dcterms:W3CDTF">2025-11-12T13:47:10Z</dcterms:modified>
</cp:coreProperties>
</file>